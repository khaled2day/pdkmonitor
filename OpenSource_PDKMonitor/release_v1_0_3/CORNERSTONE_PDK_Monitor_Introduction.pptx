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E3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0" y="-365760"/>
            <a:ext cx="1828800" cy="1828800"/>
          </a:xfrm>
          <a:prstGeom prst="ellipse">
            <a:avLst/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97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00A5BA"/>
                </a:solidFill>
              </a:rPr>
              <a:t>CORNERSTONE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PDK Monitor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BF2"/>
                </a:solidFill>
              </a:rPr>
              <a:t>Introduction &amp; First-Time Use Guide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FA8"/>
                </a:solidFill>
              </a:rPr>
              <a:t>Open-source · Browser-based · No installation required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Emre Kaplan · University of Southampton · CORNERSTONE PDK Team · v1.0.3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the CORNERSTONE PDK Monitor?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</a:rPr>
              <a:t>A free, open-source, single-file web dashboard for managing and sharing </a:t>
            </a:r>
            <a:pPr indent="0" marL="0">
              <a:buNone/>
            </a:pPr>
            <a:r>
              <a:rPr lang="en-US" sz="1300" b="1" dirty="0">
                <a:solidFill>
                  <a:srgbClr val="00788A"/>
                </a:solidFill>
              </a:rPr>
              <a:t>integrated photonics PDKs</a:t>
            </a:r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Discover &amp; browse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building blocks across SOI, TFLN, and SiN platforms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103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Upload &amp; link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GDS layouts, S-parameters, scripts, and test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6334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Collaborate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via GitHub — fetch, merge, and publish team contributions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1638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AI-powered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BB summaries, chat agent, and data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6941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Open to all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researchers, engineers, and students worldwide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841248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577840" y="841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Gateway between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Designers &amp; Foundries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171907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60720" y="171907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066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Uses PDKs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72491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60720" y="27249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Foundry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30723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Supplies PDKs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373075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60720" y="3730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40782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Contributes BBs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4663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No installation · Open HTML file in browser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First-Time Use — Steps 1 to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976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Open the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Double-click pdk-monitor.html in any modern browser (Chrome, Firefox, Safari). No server or installation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6460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Accept the licence terms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On first launch, a terms gate appears. Read and accept the TAPR Open Hardware Licence v1.0 to proceed.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Explore the pre-loaded PDK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Browse 9 platform tabs with 94 CORNERSTONE building blocks — waveguides, MMIs, grating couplers, modulators, and more.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6460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6460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Switch to Admin mode (to edit)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By default you are in Read-only mode. Open the HTML in a text editor and follow the comment at the top of the &lt;script&gt; block to enable Admin.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First-Time Use — Steps 5 to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976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Connect to GitHub (optional)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🐙 in the header. Paste a GitHub Personal Access Token (PAT) with repo scope. This enables pool fetching, publishing, and the AI file fetcher.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6460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Configure the AI Agent (optional)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🧠 Insight → ⚙ Settings. Enter your Anthropic or OpenAI API key. Click 🔌 Test connection. The agent can then summarise BBs and analyse data files.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Import your own data (optional)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Import in the header to load your own dashboard.json. This replaces the default data with your team's configuration.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663440"/>
            <a:ext cx="8503920" cy="411480"/>
          </a:xfrm>
          <a:prstGeom prst="roundRect">
            <a:avLst>
              <a:gd name="adj" fmla="val 13333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 Tip: All data is stored locally in your browser. Use Backup (.json) regularly or publish to GitHub to keep your data safe.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Features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TABS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Platform Tabs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6 platforms pre-loaded: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SOI 220/340/500 nm,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TFLN 300 nm, SiN 300/200 nm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36392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36392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BBs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27832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BB Cards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Status, material, EDA tools,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CDI maturity, file count,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and contributor shown at a glance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52744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52744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FILE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44184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File Viewer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2472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GDS layout preview,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S-matrix plots, 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script runner (Pyodide)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0040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POOL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Pool &amp; Publish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Fetch community contributions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via GitHub. Merge or replace.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Publish your own slice.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36392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136392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27832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AI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Chat with your PDK,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summarise BBs, fetch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and analyse data 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52744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52744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DATA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44184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Data Analyser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62472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CSV stats, outlier detection,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JSON/YAML schema review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all client-side, no tokens wasted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1E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Insight Agent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1645920" cy="402336"/>
          </a:xfrm>
          <a:prstGeom prst="rect">
            <a:avLst/>
          </a:prstGeom>
          <a:solidFill>
            <a:srgbClr val="00A5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E33"/>
                </a:solidFill>
              </a:rPr>
              <a:t>✦ NEW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CFG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Configure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207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🧠 Insight → ⚙ 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Enter API key (Anthropic / OpenAI / Ollama)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Click 🔌 Test connection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865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Chat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23113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Ask anything: 'List MMIs on SOI 220 nm'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'Which BBs have no S-matrix data?'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'Summarise the grating coupler'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62656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00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8895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Fetch 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2552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Paste a GitHub URL (file, folder, or multi-URL)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Files load into context for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Folds into chat for follow-up questions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8678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00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ANLZ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13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Analyse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42793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Click 🔬 Analyse files with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Client-side stats: outliers, correlations,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null%, column types — no tokens wasted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822960"/>
            <a:ext cx="3749040" cy="4114800"/>
          </a:xfrm>
          <a:prstGeom prst="roundRect">
            <a:avLst>
              <a:gd name="adj" fmla="val 2439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20640" y="8229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Compatible AI Endpoints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137160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9496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8A"/>
                </a:solidFill>
              </a:rPr>
              <a:t>Anthropic Claude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664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claude-sonnet-4-5, claude-opus-4-5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029968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10A37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94960" y="2048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37F"/>
                </a:solidFill>
              </a:rPr>
              <a:t>OpenAI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gpt-4o, gpt-4-turbo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2688336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6B46C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39496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6C1"/>
                </a:solidFill>
              </a:rPr>
              <a:t>Ollama (local)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2980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llama3, mistral, etc.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346704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D2992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9496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OpenRouter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639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Any model via OpenRouter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4005072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6B8FA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39496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8"/>
                </a:solidFill>
              </a:rPr>
              <a:t>LM Studio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4297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Local models, OpenAI-compatible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GitHub Integration &amp; Collaboration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097280" cy="1097280"/>
          </a:xfrm>
          <a:prstGeom prst="ellipse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Publishes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1097280" cy="109728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83464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005840"/>
            <a:ext cx="1097280" cy="1097280"/>
          </a:xfrm>
          <a:prstGeom prst="ellipse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0352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Fetches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1005840"/>
            <a:ext cx="1097280" cy="109728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Merge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8132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95020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1908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24231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11480" y="2496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📥 Fetch all enabled sources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8620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Pulls main dashboard.json from GitHub. Tick 'Also auto-pull user slices' to include all contributors.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2496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🔁 Replace whole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620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Overwrites local data with fetched content. Tick the ☑ backup checkbox next to the button to auto-save a backup first.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1480" y="3730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📤 Publish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Commits your dashboard.json and all file changes to GitHub (Admin only).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46320" y="3730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🔍 Discover user slices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965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Scans users/ folder for contributor dashboards to pull.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Roles &amp; Access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6B8FA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6B8FA8"/>
          </a:solidFill>
          <a:ln w="12700">
            <a:solidFill>
              <a:srgbClr val="6B8FA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9319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👁 Read-only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Default for all users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Browse all platforms and BBs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View GDS layouts, S-matrix data, documents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Run Python scripts (Pyodide sandbox)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Download files and export dashboard.json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Replace whole dashboard (from fetched data)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Use the AI Agent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D2992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15468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2783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User-admin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2783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Your own users/&lt;id&gt;/ folder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All Read-only permissions 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Add / edit / remove BBs in your slice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Publish your own users/&lt;id&gt;/ to GitHub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Wipe your repo folder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Sign in with a dedicated identity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8932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6247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Admin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6247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Full control (set in HTML)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904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All User-admin permissions 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9904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Edit all BBs and platforms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9904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Manage users and access control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9904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Configure sources and distribution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Manage lists (statuses, categories, layers…)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99048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Full publish to main repo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To enable Admin mode: open pdk-monitor.html in a text editor → follow the comment at the top of the &lt;script&gt; block.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Tips, Troubleshooting &amp; Community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9768" y="950976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BCK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93268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Back up often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Use Backup (.json) in the header before big changes, or enable GitHub publish.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64608" y="950976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21808" y="93268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Hard reload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If the dashboard looks broken, press Cmd+Shift+R (Mac) or Ctrl+Shift+R (Windows).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" y="2121408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KEY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210312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Rate limits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If the AI returns 429, collapse the file panel to reduce tokens per message.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210312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Fetch all 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Folder URLs fetch up to 3 levels deep and skip binaries (GDS, images, executables).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8503920" cy="1600200"/>
          </a:xfrm>
          <a:prstGeom prst="roundRect">
            <a:avLst>
              <a:gd name="adj" fmla="val 5714"/>
            </a:avLst>
          </a:prstGeom>
          <a:solidFill>
            <a:srgbClr val="0B2A4A"/>
          </a:solidFill>
          <a:ln w="254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34015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5BA"/>
                </a:solidFill>
              </a:rPr>
              <a:t>Join the Open Integrated Photonics Community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🐙 Open Platform GitHub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github.com/cornerstone-uos/cornerstone-community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📦 PDK Monitor GitHub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github.com/cornerstone-uos/PDKMonitor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🌐 Website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cornerstone.sotonfab.co.uk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E3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Ready to explore?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0EBF2"/>
                </a:solidFill>
              </a:rPr>
              <a:t>Open pdk-monitor.html in your browser — that's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A8"/>
                </a:solidFill>
              </a:rPr>
              <a:t>Open to everyone — </a:t>
            </a:r>
            <a:pPr algn="ctr" indent="0" marL="0">
              <a:buNone/>
            </a:pPr>
            <a:r>
              <a:rPr lang="en-US" sz="1400" b="1" dirty="0">
                <a:solidFill>
                  <a:srgbClr val="00A5BA"/>
                </a:solidFill>
              </a:rPr>
              <a:t>let's build the open integrated photonics community together!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CORNERSTONE PDK Monitor v1.0.3  ·  Emre Kaplan, University of Southampton  ·  pdk.cornerstone.soton.ac.uk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CORNERSTONE PDK Monitor — Introduction</dc:title>
  <dc:subject>PptxGenJS Presentation</dc:subject>
  <dc:creator>Emre Kaplan, University of Southampton</dc:creator>
  <cp:lastModifiedBy>Emre Kaplan, University of Southampton</cp:lastModifiedBy>
  <cp:revision>1</cp:revision>
  <dcterms:created xsi:type="dcterms:W3CDTF">2026-05-29T12:34:17Z</dcterms:created>
  <dcterms:modified xsi:type="dcterms:W3CDTF">2026-05-29T12:34:17Z</dcterms:modified>
</cp:coreProperties>
</file>