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CORNERSTONE PDK Monitor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single-file dashboard for integrated-photonics PDKs · v1.1.0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3520440"/>
            <a:ext cx="2011680" cy="54864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self-contained HTML file — no server, no build step. Open it in a browser or host on GitHub Pages / SharePoint / an internal server.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between designers and fabs: discover, use, and contribute open PDK building blocks.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building block carries Layout (GDS/OAS/SVG), S-matrix, Tests, Fabrication, Scripts and Documents.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locally in your browser (IndexedDB) and is shared via GitHub and/or any cloud provider.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modes, one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6709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2016709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everything, fetch from GitHub &amp; cloud, and add comments — no sign-in.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4898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4368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684368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27778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3498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your own BBs and files; publish a personal slice with your GitHub token.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2557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2026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9352026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95437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41157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contributors, manage platforms, and publish the canonical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tidy, consolidated header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— version/links, plus Contributors, Help &amp; FAQ, and Activity log.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— GitHub account, Cloud storage, Manage lists, Status manager (with a live GitHub connection dot).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— cross-platform analysis + AI Insight.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— scoped bundle, Export BBs (xlsx), Backup (.json/.zip).   ·   Import — import or GitHub fetch.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 button on every nested window, and dropdowns that always fit on screen.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big data outside GitHub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 file, folder, or whole BB at any CORS-enabled host — S3, Azure Blob, GCS, R2, B2, MinIO, internal servers, Dropbox/Drive links.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SharePoint / OneDrive via Microsoft sign-in.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fetch handles single-file layouts (sparams/&lt;bb&gt;.csv); tick "Fetch everything" to pull whole folders incl. subfolders into a marked Cloud folder.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reports CORS reachability, file count and total size before you commit a link.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you can upload to cloud, too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6709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2016709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from the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bucket once; every S-matrix / Tests / Fab folder gets a Cloud upload button.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4898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4368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684368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SIGV4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SigV4 in-browser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3498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R2 / B2 / MinIO, or a generic PUT endpoint. Credentials stay in this browser only.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2557" y="1920240"/>
            <a:ext cx="3301898" cy="3108960"/>
          </a:xfrm>
          <a:prstGeom prst="roundRect">
            <a:avLst>
              <a:gd name="adj" fmla="val 2941"/>
            </a:avLst>
          </a:prstGeom>
          <a:solidFill>
            <a:srgbClr val="F1F7F8"/>
          </a:solidFill>
          <a:ln w="12700">
            <a:solidFill>
              <a:srgbClr val="CBD9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2026" y="2176272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9352026" y="2176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95437" y="31546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preserved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41157" y="365760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and subfolders mirror up as key prefixes; un-fetched stubs are skipped.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&amp; housekeeping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S-matrix / Tests / Fab folders, scripts, and BB Details — open to everyone, stamped with the author.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&amp; notes merge across contributors — fetch everyone's repos and see everyone's discussion, de-duplicated.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duplicates (by name) and resolve duplicate files (same file in multiple places) — keep one, delete the rest.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view lists every file incl. layout GDS/OAS/SVG, with per-file delete.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repo stays small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46304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dashboard.json is a metadata-only catalogue.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bytes and parsed arrays are stripped on publish regardless of size — only filenames, sizes, cloud/GitHub pointers, comments and notes travel.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commenting and adding data never balloon the repo; adopters re-hydrate bytes on demand from cloud/GitHub.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copy always keeps full bytes; small YAML descriptors (&lt;512 KB) still round-trip.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open photonics community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everything · open to everyone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3520440"/>
            <a:ext cx="201168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designed and released by Emre Kaplan, University of Southampton · Maintained by the CORNERSTONE PDK team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B187E07B5CD24598F0DE2435390DA9" ma:contentTypeVersion="24" ma:contentTypeDescription="Create a new document." ma:contentTypeScope="" ma:versionID="42098061c8c7379855b56c7aadcd5b82">
  <xsd:schema xmlns:xsd="http://www.w3.org/2001/XMLSchema" xmlns:xs="http://www.w3.org/2001/XMLSchema" xmlns:p="http://schemas.microsoft.com/office/2006/metadata/properties" xmlns:ns1="http://schemas.microsoft.com/sharepoint/v3" xmlns:ns2="9f8affc1-1773-451c-8f00-5d38c91816ea" xmlns:ns3="679bc0a9-d706-43ab-8d4d-431ee86bcb8b" targetNamespace="http://schemas.microsoft.com/office/2006/metadata/properties" ma:root="true" ma:fieldsID="e0e289c4a013f29b8015428df7d7bbd0" ns1:_="" ns2:_="" ns3:_="">
    <xsd:import namespace="http://schemas.microsoft.com/sharepoint/v3"/>
    <xsd:import namespace="9f8affc1-1773-451c-8f00-5d38c91816ea"/>
    <xsd:import namespace="679bc0a9-d706-43ab-8d4d-431ee86bcb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tag" minOccurs="0"/>
                <xsd:element ref="ns2:_Flow_SignoffStatu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  <xsd:element ref="ns2:approval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8affc1-1773-451c-8f00-5d38c91816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ag" ma:index="24" nillable="true" ma:displayName="tag" ma:format="Dropdown" ma:internalName="tag">
      <xsd:simpleType>
        <xsd:restriction base="dms:Text">
          <xsd:maxLength value="255"/>
        </xsd:restriction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approvalstatus" ma:index="30" nillable="true" ma:displayName="approval status" ma:format="Dropdown" ma:internalName="approvalstatus">
      <xsd:simpleType>
        <xsd:restriction base="dms:Choice">
          <xsd:enumeration value="not approoved"/>
          <xsd:enumeration value="approved"/>
          <xsd:enumeration value="under revision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9bc0a9-d706-43ab-8d4d-431ee86bcb8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f74992a1-1a72-43cf-ad51-006eafc568cd}" ma:internalName="TaxCatchAll" ma:showField="CatchAllData" ma:web="679bc0a9-d706-43ab-8d4d-431ee86bcb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9f8affc1-1773-451c-8f00-5d38c91816ea" xsi:nil="true"/>
    <_ip_UnifiedCompliancePolicyUIAction xmlns="http://schemas.microsoft.com/sharepoint/v3" xsi:nil="true"/>
    <tag xmlns="9f8affc1-1773-451c-8f00-5d38c91816ea" xsi:nil="true"/>
    <TaxCatchAll xmlns="679bc0a9-d706-43ab-8d4d-431ee86bcb8b" xsi:nil="true"/>
    <_ip_UnifiedCompliancePolicyProperties xmlns="http://schemas.microsoft.com/sharepoint/v3" xsi:nil="true"/>
    <approvalstatus xmlns="9f8affc1-1773-451c-8f00-5d38c91816ea" xsi:nil="true"/>
    <lcf76f155ced4ddcb4097134ff3c332f xmlns="9f8affc1-1773-451c-8f00-5d38c91816e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B2BD668-B478-4B22-BFE8-CB8604A2F6C4}"/>
</file>

<file path=customXml/itemProps2.xml><?xml version="1.0" encoding="utf-8"?>
<ds:datastoreItem xmlns:ds="http://schemas.openxmlformats.org/officeDocument/2006/customXml" ds:itemID="{11F0331E-87EE-4CEB-B128-87A8235FB2C0}"/>
</file>

<file path=customXml/itemProps3.xml><?xml version="1.0" encoding="utf-8"?>
<ds:datastoreItem xmlns:ds="http://schemas.openxmlformats.org/officeDocument/2006/customXml" ds:itemID="{00AA3B40-1846-49E1-9A1F-22832D2969C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2026-06-06T20:16:44Z</dcterms:created>
  <dcterms:modified xsi:type="dcterms:W3CDTF">2026-06-06T20:16:44Z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0x01010031B187E07B5CD24598F0DE2435390DA9</vt:lpwstr>
  </property>
</Properties>
</file>